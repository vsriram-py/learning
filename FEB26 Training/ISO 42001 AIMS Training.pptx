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1444" y="1453604"/>
            <a:ext cx="3920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42001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22594" y="2291804"/>
            <a:ext cx="509866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AIMS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22149" y="2931765"/>
            <a:ext cx="34995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Training for AI Governance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7108" y="3503265"/>
            <a:ext cx="25896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Training for 500+ Students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governance matters and real-world risks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AI governance principles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42001 structure and requirements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4-phase AIMS implementation methodology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Master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roles in AI ecosystems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methodology with examples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audit readiness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templates and case studies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Governance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without governance is like a spoiled child - powerful but unpredictable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discrimination in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 and trust erosion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Misuse and ethical violations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Amazon 2015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recruiting tool discriminated against female candidates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70% male hires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System favored male resumes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Lawsuits, reputation damage, tool discontinued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8612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AI Governance Principles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505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and responsibility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34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933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8612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Principles (Continued)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505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bias or discrimination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34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933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1768" y="1884164"/>
            <a:ext cx="342046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Innovation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69603" y="2524125"/>
            <a:ext cx="6804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AI advancement while maintaining ethical standards and responsibility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1439" y="3019425"/>
            <a:ext cx="47209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ChatGPT added content filtering after initial misuse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ISO/IEC 42001?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first international standard for AI Management Systems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December 2023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responsible AI development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pathway for compliance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1-3: Background (not auditable)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4-10: Core requirements (auditable)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A: 38 reference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B: Implementation guidance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Clauses (4-10)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4: Context of organization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5: Leadership and policy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6: Planning and risk assessment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7: Support and resources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Clauses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8: Operations and AI lifecycle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9: Performance evaluation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10: Continual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187" y="1884164"/>
            <a:ext cx="272762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PDCA 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89443" y="2600325"/>
            <a:ext cx="23649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Do → Check → 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77899" y="3019425"/>
            <a:ext cx="318820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model for AIMS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Your AI Role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implementing AIMS, identify your organization's role: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Provider: Infrastructure/platform supplier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Producer: Develops AI 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Customer: End-user of AI services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Ecosystem Roles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Partner: Integrates third-party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Subject: Individuals affected by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Authority: Regulators and policymakers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2894" y="2053679"/>
            <a:ext cx="557806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Implementation in 4 Phases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26192" y="2769840"/>
            <a:ext cx="60914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→ Planning → Implementation → Verification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Gap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organizational context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interested parties and requirements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AIMS scope and boundaries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current state vs ISO 42001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Context (Clause 4.1)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internal and external factors: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 Regulations, market expectations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 AI maturity, resources, culture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Parties (Clause 4.2)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Customers: Quality and fairness requirements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Regulators: Compliance obligations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Employees: Ethical use and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subjects: Privacy and rights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AIMS Scope (Clause 4.3)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define what is included: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covered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units and locations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stages included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Planning &amp; Risk Assessment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 charter with executive approval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risk assessment methodology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AI risk assessments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risk treatment plans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Likelihood × Impact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scale: 1 (Rare) to 5 (Certain)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scale: 1 (Insignificant) to 5 (Severe)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levels: Low, Medium, High, Critical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Categories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risks: Quality, bias, poisoning, drift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risks: Accuracy, robustness, explainability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risks: Monitoring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risks: Regulatory violations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412"/>
            <a:ext cx="7924800" cy="11428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vs Impact Assessment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3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risks: What can go wrong with the system?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2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Assessment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171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harm: Who is affected and how?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Repeat Assessments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intervals: Annually or quarterly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changes: New sources or major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changes: Algorithm or retraining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expansion: New jurisdictions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AI policy document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Annex A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Statement of Applicability (SOA)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AI lifecycle processes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Policy (Clause 5.2)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document establishing governance framework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to 5 governance principles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roles and responsibilities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AI lifecycle requirements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of Applicability (SOA)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which Annex A controls apply: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38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applicable and excluded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implementation status and evidence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Lifecycle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and design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and quality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 and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Lifecycle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 production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and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and decommissioning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 &amp; Awareness (7.2, 7.3)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competency requirements per role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training: 100% staff awareness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training records and evidence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refresher and assessments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Verification &amp;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AIMS and AI system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internal audits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management reviews (quarterly)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certification audit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(Clause 9.2)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AIMS implementation: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audit plan covering all clauses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 and interviews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sampling and system testing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Review (Clause 9.3)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management reviews AIMS quarterly: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performance and KPIs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findings and corrective actions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adequacy and improvements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Strategic (Policy, Scope, SOA)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Procedures (Risk, lifecycle, audit)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Templates and checklists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Records and evidence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document IDs and versioning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authority and 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review schedules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retention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Talent IQ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AI with gender bias risk: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Historical data 70% male candidates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Discrimination in hiring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Diverse datasets, bias testing, human review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Audit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Documentation review (remote)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On-site/virtual audit (3-5 days)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review and closure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certificate issued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&amp; Samples Included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Template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Assessment Template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 (Statement of Applicability)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 Template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Policy Template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Worksheet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 Matrix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Template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Implementation Timeline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1-2: Gap analysis and planning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3-4: Risk assessment and policy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5-9: Control implementation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10-12: Audit and certification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to Successful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executive sponsorship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collaboration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communication and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mindset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Implementation Pitfalls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AIMS as compliance checkbox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resource allocation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bias testing for high-risk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documentation and evidence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ISO 42001 Certification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compliance to stakeholders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with customers and regulators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market advantage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risk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ISO 27001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complements existing management systems: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 Information security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 Quality management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executive sponsorship and budget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AIMS steering committee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initial gap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12-month roadmap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Resources Provided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training guide (10 chapters)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tutorials and examples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templates and checklists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with solutions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0839" y="2080320"/>
            <a:ext cx="360217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92434" y="2796480"/>
            <a:ext cx="3358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discussion and clarifications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Your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detailed training guide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video tutorials for practical examples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provided templates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online community discussions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543199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00204" y="2320379"/>
            <a:ext cx="47435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42001 AIMS Implementation Training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52960" y="2868960"/>
            <a:ext cx="423793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your complete training materials and templates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35472" y="3413671"/>
            <a:ext cx="28730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questions: Contact your training coordinator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2026-02-10T11:37:09Z</dcterms:created>
  <dcterms:modified xsi:type="dcterms:W3CDTF">2026-02-10T11:37:09Z</dcterms:modified>
</cp:coreProperties>
</file>